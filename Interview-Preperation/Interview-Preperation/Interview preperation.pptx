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81" autoAdjust="0"/>
    <p:restoredTop sz="94660"/>
  </p:normalViewPr>
  <p:slideViewPr>
    <p:cSldViewPr snapToGrid="0">
      <p:cViewPr>
        <p:scale>
          <a:sx n="100" d="100"/>
          <a:sy n="100" d="100"/>
        </p:scale>
        <p:origin x="96" y="-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0FD903-EEE7-48F4-9900-C7048D5A8120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24E1C-98C9-4A5C-B977-37CA2174AF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0537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86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409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7967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368A0-7E18-E9D1-2AB7-CBEA76EAE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26D967-669D-A17A-87C5-325731A1C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29121-1205-3FEE-5372-9EEEB36FB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3703A-6E30-73A2-A985-7447F6488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84272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66762-AA9F-B7CD-77F1-7AD50AC14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0EF28-4973-90AE-6259-71CEC4A09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0F90B9-C694-698B-B8F0-C2FAA3BB2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D3D81-7392-D721-4EBB-D4BEEE34C9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5783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23F84-96E1-ACD5-A255-EC8D52F4A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B982D-F4BE-3542-E483-9CE7D6336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3F6167-FB94-76FE-AC4E-3B923E687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50FCB-088C-947B-3BF8-23C3DDAD5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3553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18E75-D9AA-3FDD-4BC1-E86C19310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E620B0-FA7F-166D-46CA-A967B03F0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51783-EC80-659D-3937-919B7A97F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07C31-1118-60BB-0B34-7CC5DFDA68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6422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C27A5-A474-5759-8D52-0E3382CB9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8BF702-40F0-242B-DE58-DBDEAB357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08809-D94F-07A7-BB07-B6BACCB677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51CCD-8E40-385A-27F3-DE05806A1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6614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1DC77-1ACF-F47D-5E12-461A8B78A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DAB3D4-11FD-63C9-72E5-28A686C24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712E77-1914-B33B-C64D-D4F79063A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1F123-724A-CAC8-6444-BAB1F00F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75091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68FE-8FD6-ABA3-D0AB-31BBC50D0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9E314-16AE-7837-27C8-CD15DCD7C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2CE36A-CCD5-F70A-5053-CDDB530F8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A1303-D5F0-5B9A-0B23-1512E113D6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959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4E29-040A-D0E9-E97F-89B466D3C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C9279-C449-B7A9-0A24-89E835C154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553721-267B-A6E0-3764-ABC3BFEDC5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F0F99-B966-E9CF-F5D3-DEB2CA2CF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C24E1C-98C9-4A5C-B977-37CA2174AF02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108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8/12/2025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B6F0F32-71B9-7098-9E92-0D21982199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>
                <a:solidFill>
                  <a:schemeClr val="bg1"/>
                </a:solidFill>
              </a:rPr>
              <a:t>Interview preparation </a:t>
            </a:r>
          </a:p>
        </p:txBody>
      </p:sp>
    </p:spTree>
    <p:extLst>
      <p:ext uri="{BB962C8B-B14F-4D97-AF65-F5344CB8AC3E}">
        <p14:creationId xmlns:p14="http://schemas.microsoft.com/office/powerpoint/2010/main" val="3329491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5B225-7CB3-AD67-686D-4F1531071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design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3B917-9AB1-908C-9177-AA381359C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290417"/>
            <a:ext cx="8825659" cy="3416300"/>
          </a:xfrm>
        </p:spPr>
        <p:txBody>
          <a:bodyPr>
            <a:normAutofit fontScale="400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</a:t>
            </a:r>
            <a:r>
              <a:rPr lang="en-IN" sz="1400" dirty="0" err="1">
                <a:latin typeface="Aptos" panose="020B0004020202020204" pitchFamily="34" charset="0"/>
              </a:rPr>
              <a:t>Oauth</a:t>
            </a:r>
            <a:r>
              <a:rPr lang="en-IN" sz="1400" dirty="0">
                <a:latin typeface="Aptos" panose="020B0004020202020204" pitchFamily="34" charset="0"/>
              </a:rPr>
              <a:t> with authorization flow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</a:t>
            </a:r>
            <a:r>
              <a:rPr lang="en-IN" sz="1400" dirty="0" err="1">
                <a:latin typeface="Aptos" panose="020B0004020202020204" pitchFamily="34" charset="0"/>
              </a:rPr>
              <a:t>jwt</a:t>
            </a:r>
            <a:r>
              <a:rPr lang="en-IN" sz="1400" dirty="0">
                <a:latin typeface="Aptos" panose="020B0004020202020204" pitchFamily="34" charset="0"/>
              </a:rPr>
              <a:t> with example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difference </a:t>
            </a:r>
            <a:r>
              <a:rPr lang="en-IN" sz="1400" dirty="0" err="1">
                <a:latin typeface="Aptos" panose="020B0004020202020204" pitchFamily="34" charset="0"/>
              </a:rPr>
              <a:t>sso</a:t>
            </a:r>
            <a:r>
              <a:rPr lang="en-IN" sz="1400" dirty="0">
                <a:latin typeface="Aptos" panose="020B0004020202020204" pitchFamily="34" charset="0"/>
              </a:rPr>
              <a:t> and </a:t>
            </a:r>
            <a:r>
              <a:rPr lang="en-IN" sz="1400" dirty="0" err="1">
                <a:latin typeface="Aptos" panose="020B0004020202020204" pitchFamily="34" charset="0"/>
              </a:rPr>
              <a:t>Oauh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Http and https?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caching?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load balancing, Elastic search, </a:t>
            </a:r>
            <a:r>
              <a:rPr lang="en-IN" sz="1400" dirty="0" err="1">
                <a:latin typeface="Aptos" panose="020B0004020202020204" pitchFamily="34" charset="0"/>
              </a:rPr>
              <a:t>Websocket</a:t>
            </a:r>
            <a:r>
              <a:rPr lang="en-IN" sz="1400" dirty="0">
                <a:latin typeface="Aptos" panose="020B0004020202020204" pitchFamily="34" charset="0"/>
              </a:rPr>
              <a:t>, webhook, server sent event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Middleware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Authentication and Authorization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Scaling the system – types of Scaling horizontal and vertical scaling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</a:t>
            </a:r>
            <a:r>
              <a:rPr lang="en-IN" sz="1400" dirty="0" err="1">
                <a:latin typeface="Aptos" panose="020B0004020202020204" pitchFamily="34" charset="0"/>
              </a:rPr>
              <a:t>kafka</a:t>
            </a:r>
            <a:r>
              <a:rPr lang="en-IN" sz="1400" dirty="0">
                <a:latin typeface="Aptos" panose="020B0004020202020204" pitchFamily="34" charset="0"/>
              </a:rPr>
              <a:t>, CQRS and saga design patter?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MCP Server and also what is MVC?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all HTTP status code?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REST?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Types of attack in web applications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solid principle and Agile , scrum methodology?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Multithreading and concurrency?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diff btw Multithreading and Asynchronous?</a:t>
            </a:r>
          </a:p>
        </p:txBody>
      </p:sp>
    </p:spTree>
    <p:extLst>
      <p:ext uri="{BB962C8B-B14F-4D97-AF65-F5344CB8AC3E}">
        <p14:creationId xmlns:p14="http://schemas.microsoft.com/office/powerpoint/2010/main" val="2424232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8549-041B-39EB-04A2-A6390857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45D10-E525-B42F-2190-2918AA67A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Computer network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B9AB3-902B-C3D3-E5EC-D2EE533DE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4163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computer network?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node, link, protocol, ISP?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 is Client server architecture and peer to peer architecture?                                                                                                                                                                       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HTTP why it is stateless and HTTPS, UDP, TCP and IP?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Lan, Wan, Man,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Topology and its types?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cookies, DNS and SMTP server?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subnetting and Routing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OSI architecture and also TCP architecture how its working?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Firewall?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7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2DCC6-FCD2-90F3-43E8-B87C0B9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22B61-92BD-BFE6-5F4E-28D41B62A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Operating System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7F0D-314D-3D3B-F8AB-0EBDE9A81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 fontScale="62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an operating System?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most popular Operating System at present?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process vs thread?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Main functions of an Operating system?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Kernal? Different kinds of </a:t>
            </a:r>
            <a:r>
              <a:rPr lang="en-IN" sz="1400" dirty="0" err="1">
                <a:latin typeface="Aptos" panose="020B0004020202020204" pitchFamily="34" charset="0"/>
              </a:rPr>
              <a:t>kernals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diff btw Monolithic and Micro </a:t>
            </a:r>
            <a:r>
              <a:rPr lang="en-IN" sz="1400" dirty="0" err="1">
                <a:latin typeface="Aptos" panose="020B0004020202020204" pitchFamily="34" charset="0"/>
              </a:rPr>
              <a:t>kernal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are device Drivers?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Paging?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process in OS?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are the various attributes associated with process?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Thead?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Deadlock?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Necessary condition that can lead to deadlock?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bankers Algorithm?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virtual memory?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88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FBC4C-5EB3-2AFE-B756-404A1BD34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15B0B-7852-68DC-61A8-E69A8D6CF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Operating System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34DCC-4704-9863-F417-1B1778DB2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Demand Paging?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thrashing?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page fault?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 btw segmentation and paging?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 state of a process?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a scheduling Algorithm? Name the different types of scheduling algorithm?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zombie processing?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 btw multi threading and multi processing?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 btw starving ,aging and context </a:t>
            </a:r>
            <a:r>
              <a:rPr lang="en-IN" sz="1400" dirty="0" err="1">
                <a:latin typeface="Aptos" panose="020B0004020202020204" pitchFamily="34" charset="0"/>
              </a:rPr>
              <a:t>swtiching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How </a:t>
            </a:r>
            <a:r>
              <a:rPr lang="en-IN" sz="1400" dirty="0" err="1">
                <a:latin typeface="Aptos" panose="020B0004020202020204" pitchFamily="34" charset="0"/>
              </a:rPr>
              <a:t>os</a:t>
            </a:r>
            <a:r>
              <a:rPr lang="en-IN" sz="1400" dirty="0">
                <a:latin typeface="Aptos" panose="020B0004020202020204" pitchFamily="34" charset="0"/>
              </a:rPr>
              <a:t> is booting?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semaphore?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Mutex and </a:t>
            </a:r>
            <a:r>
              <a:rPr lang="en-IN" sz="1400">
                <a:latin typeface="Aptos" panose="020B0004020202020204" pitchFamily="34" charset="0"/>
              </a:rPr>
              <a:t>critical condition?</a:t>
            </a:r>
            <a:endParaRPr lang="en-IN" sz="14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0241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84403-9FF6-7B6D-F136-0AD001B77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6F68-A98E-CEF5-51F1-2FFB2ECA7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Java Interview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742CA-2D08-AD00-6D68-5A33214AA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708" y="2316714"/>
            <a:ext cx="8825659" cy="3648580"/>
          </a:xfrm>
        </p:spPr>
        <p:txBody>
          <a:bodyPr>
            <a:normAutofit fontScale="700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Java?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why java is platform independent programming language?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Diff btw java and </a:t>
            </a:r>
            <a:r>
              <a:rPr lang="en-IN" sz="1400" dirty="0" err="1">
                <a:latin typeface="Aptos" panose="020B0004020202020204" pitchFamily="34" charset="0"/>
              </a:rPr>
              <a:t>c++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class and object? [using new keyword]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oops? And its types and what is dynamic binding? [programming approach ] [Fundamental </a:t>
            </a:r>
            <a:r>
              <a:rPr lang="en-IN" sz="1400" dirty="0" err="1">
                <a:latin typeface="Aptos" panose="020B0004020202020204" pitchFamily="34" charset="0"/>
              </a:rPr>
              <a:t>machanism</a:t>
            </a:r>
            <a:r>
              <a:rPr lang="en-IN" sz="1400" dirty="0">
                <a:latin typeface="Aptos" panose="020B0004020202020204" pitchFamily="34" charset="0"/>
              </a:rPr>
              <a:t>] [Restrict direct access state]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default, finalize, super, this ,type casting,  instance of, static keywords?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the difference btw abstraction and interface?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Access modifier and explain its types?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How java tackle multiple inheritance through the Interface?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String and String pool working?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about the garbage collector?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what is wrapper class?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JDK, JRE, JVM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package in java?</a:t>
            </a:r>
          </a:p>
        </p:txBody>
      </p:sp>
    </p:spTree>
    <p:extLst>
      <p:ext uri="{BB962C8B-B14F-4D97-AF65-F5344CB8AC3E}">
        <p14:creationId xmlns:p14="http://schemas.microsoft.com/office/powerpoint/2010/main" val="2161418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726C-0D73-1304-F9A1-E7E5EED97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335FC-DC5E-E574-21A7-A472F4518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/>
              <a:t>Java </a:t>
            </a:r>
            <a:r>
              <a:rPr lang="en-IN"/>
              <a:t>Interview questions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E0C36-DEDE-2720-01C4-85960B3BE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 fontScale="47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 purpose of do the keywords final, finally and finalize?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Constructor and Method and its questions? [Like override by final]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</a:t>
            </a:r>
            <a:r>
              <a:rPr lang="en-IN" sz="1400" dirty="0" err="1">
                <a:latin typeface="Aptos" panose="020B0004020202020204" pitchFamily="34" charset="0"/>
              </a:rPr>
              <a:t>hashCode</a:t>
            </a:r>
            <a:r>
              <a:rPr lang="en-IN" sz="1400" dirty="0">
                <a:latin typeface="Aptos" panose="020B0004020202020204" pitchFamily="34" charset="0"/>
              </a:rPr>
              <a:t>(), clone(), </a:t>
            </a:r>
            <a:r>
              <a:rPr lang="en-IN" sz="1400" dirty="0" err="1">
                <a:latin typeface="Aptos" panose="020B0004020202020204" pitchFamily="34" charset="0"/>
              </a:rPr>
              <a:t>getClass</a:t>
            </a:r>
            <a:r>
              <a:rPr lang="en-IN" sz="1400" dirty="0">
                <a:latin typeface="Aptos" panose="020B0004020202020204" pitchFamily="34" charset="0"/>
              </a:rPr>
              <a:t>(), finalize()?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 is Object class and what is object Cloning?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What is </a:t>
            </a:r>
            <a:r>
              <a:rPr lang="en-IN" sz="1400" dirty="0" err="1">
                <a:latin typeface="Aptos" panose="020B0004020202020204" pitchFamily="34" charset="0"/>
              </a:rPr>
              <a:t>hashTable</a:t>
            </a:r>
            <a:r>
              <a:rPr lang="en-IN" sz="1400" dirty="0">
                <a:latin typeface="Aptos" panose="020B0004020202020204" pitchFamily="34" charset="0"/>
              </a:rPr>
              <a:t> and how it utilizes </a:t>
            </a:r>
            <a:r>
              <a:rPr lang="en-IN" sz="1400" dirty="0" err="1">
                <a:latin typeface="Aptos" panose="020B0004020202020204" pitchFamily="34" charset="0"/>
              </a:rPr>
              <a:t>hashcode</a:t>
            </a:r>
            <a:r>
              <a:rPr lang="en-IN" sz="1400" dirty="0">
                <a:latin typeface="Aptos" panose="020B0004020202020204" pitchFamily="34" charset="0"/>
              </a:rPr>
              <a:t>()?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Aptos" panose="020B0004020202020204" pitchFamily="34" charset="0"/>
              </a:rPr>
              <a:t>Explain Stack, queue, </a:t>
            </a:r>
            <a:r>
              <a:rPr lang="en-IN" sz="1400" dirty="0" err="1">
                <a:latin typeface="Aptos" panose="020B0004020202020204" pitchFamily="34" charset="0"/>
              </a:rPr>
              <a:t>linkedList</a:t>
            </a:r>
            <a:r>
              <a:rPr lang="en-IN" sz="1400" dirty="0">
                <a:latin typeface="Aptos" panose="020B0004020202020204" pitchFamily="34" charset="0"/>
              </a:rPr>
              <a:t>, </a:t>
            </a:r>
            <a:r>
              <a:rPr lang="en-IN" sz="1400" dirty="0" err="1">
                <a:latin typeface="Aptos" panose="020B0004020202020204" pitchFamily="34" charset="0"/>
              </a:rPr>
              <a:t>dequene</a:t>
            </a:r>
            <a:r>
              <a:rPr lang="en-IN" sz="1400" dirty="0">
                <a:latin typeface="Aptos" panose="020B0004020202020204" pitchFamily="34" charset="0"/>
              </a:rPr>
              <a:t> , enqueue ,priority queue, </a:t>
            </a:r>
            <a:r>
              <a:rPr lang="en-IN" sz="1400" dirty="0" err="1">
                <a:latin typeface="Aptos" panose="020B0004020202020204" pitchFamily="34" charset="0"/>
              </a:rPr>
              <a:t>linkedHashset</a:t>
            </a:r>
            <a:r>
              <a:rPr lang="en-IN" sz="1400" dirty="0">
                <a:latin typeface="Aptos" panose="020B0004020202020204" pitchFamily="34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If key is null in HashMap then where that entry will store in map 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difference btw Process and thread?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thread? And its life cycle?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multithreading and concurrency?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</a:t>
            </a:r>
            <a:r>
              <a:rPr lang="en-IN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dff</a:t>
            </a: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 btw wait() vs sleep()?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run() vs start()?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pessimistic approach? And how it maintain concurrency ?  And what is Lock free mechanism?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Thread pool executor? And what is the diff btw this and Scheduled Thread pool executor?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Difference btw runnable and callable?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platform thread and virtual thread?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comparator and </a:t>
            </a:r>
            <a:r>
              <a:rPr lang="en-IN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comprator</a:t>
            </a: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0274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36917-8D95-7233-7E78-35BA3E282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502E4-60DF-E30A-04A5-7C7219E5D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 err="1"/>
              <a:t>Spirng</a:t>
            </a:r>
            <a:r>
              <a:rPr lang="en-IN" dirty="0"/>
              <a:t> boot Interview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2C992-2824-E45B-DA6B-E7E4D8E10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 fontScale="32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Explain how the spring boot workflow or bean life cycle?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boot?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spring and spring boot?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Explain @Sping boot annotation what all are the Annotation there?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all are the spring boot starter?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role of </a:t>
            </a:r>
            <a:r>
              <a:rPr lang="en-IN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application.property</a:t>
            </a: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initializer and CLI?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the diff btw </a:t>
            </a:r>
            <a:r>
              <a:rPr lang="en-IN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RequestMapping</a:t>
            </a: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 , Component and bean?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boot dependency management?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</a:t>
            </a:r>
            <a:r>
              <a:rPr lang="en-IN" sz="1400" dirty="0" err="1">
                <a:latin typeface="Cambria" panose="02040503050406030204" pitchFamily="18" charset="0"/>
                <a:ea typeface="Cambria" panose="02040503050406030204" pitchFamily="18" charset="0"/>
              </a:rPr>
              <a:t>jpa</a:t>
            </a: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 explain its architecture?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MVC?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bean wiring?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latin typeface="Cambria" panose="02040503050406030204" pitchFamily="18" charset="0"/>
                <a:ea typeface="Cambria" panose="02040503050406030204" pitchFamily="18" charset="0"/>
              </a:rPr>
              <a:t>What is spring data REST?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rgbClr val="FF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Need to learn all the annotations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Describe HTTPS request through the spring boot application? [Need to learn]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diff btw Controller and </a:t>
            </a:r>
            <a:r>
              <a:rPr lang="en-IN" sz="14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RestController</a:t>
            </a: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profiles in java?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spring Boot Actuator?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Dependency injection and its types?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2811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34835-4039-02BB-FB35-958D9C83D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D5955-DF22-EFC5-85D3-4109CF59E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 err="1"/>
              <a:t>Spirng</a:t>
            </a:r>
            <a:r>
              <a:rPr lang="en-IN" dirty="0"/>
              <a:t> boot Interview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D117D-E1AC-D803-ACFC-97601099D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entity Life Cycle?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ORM explain in spring boot?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 the flow how Entity store into database?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Dynamic bean initialization?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 what is Beans scopes and explain Singleton and proto?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profile, AOP, Transactional, Async, interceptor and Filters?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 spring security workflow?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Explain types of attacks? –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Microservices and its definitions?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Types of attack In spring boot?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701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D2B25-E888-39AE-C1C3-CBD8CFCE9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41C5E-355A-DAA9-61F0-6299E803A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/>
              <a:t>Docker interview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E9873-4E11-839F-18AB-B0F0547CB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</a:t>
            </a:r>
            <a:r>
              <a:rPr lang="en-IN" sz="14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docker ?</a:t>
            </a: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473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6B7E1-D4B6-9574-D154-FF440F4AA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876E-D21C-7857-E5E3-7EA93B36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/>
              <a:t>Explain Sorting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6DDC7-EF29-9C76-AEE2-888FBCBB3A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Bubble sort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Selection sort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Merge sort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6346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8331D-028F-25F1-08F4-EADBDCEA0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41BE9-D1E6-FB58-DDB7-061556FBF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/>
              <a:t>DBMS interview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F7CBF-0823-00DB-D0F6-FA6CF927B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235752"/>
            <a:ext cx="8825659" cy="364858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What is </a:t>
            </a:r>
            <a:r>
              <a:rPr lang="en-IN" sz="14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dbms</a:t>
            </a:r>
            <a:r>
              <a:rPr lang="en-I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?</a:t>
            </a:r>
          </a:p>
          <a:p>
            <a:pPr>
              <a:buFont typeface="Wingdings" panose="05000000000000000000" pitchFamily="2" charset="2"/>
              <a:buChar char="q"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76949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FA578-65D8-9332-EBE8-4144486EB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2E840-D3DA-82B0-130F-696F9C07C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65984"/>
            <a:ext cx="8761413" cy="706964"/>
          </a:xfrm>
        </p:spPr>
        <p:txBody>
          <a:bodyPr/>
          <a:lstStyle/>
          <a:p>
            <a:r>
              <a:rPr lang="en-IN" dirty="0"/>
              <a:t>Project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0755-71AB-AB15-75C5-16CAD6819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830" y="2426252"/>
            <a:ext cx="8825659" cy="3648580"/>
          </a:xfrm>
        </p:spPr>
        <p:txBody>
          <a:bodyPr>
            <a:normAutofit/>
          </a:bodyPr>
          <a:lstStyle/>
          <a:p>
            <a:r>
              <a:rPr lang="en-GB" sz="1400" dirty="0"/>
              <a:t>My first project is a </a:t>
            </a:r>
            <a:r>
              <a:rPr lang="en-GB" sz="1400" b="1" dirty="0"/>
              <a:t>URL Shortener</a:t>
            </a:r>
            <a:r>
              <a:rPr lang="en-GB" sz="1400" dirty="0"/>
              <a:t> application. I built it using </a:t>
            </a:r>
            <a:r>
              <a:rPr lang="en-GB" sz="1400" b="1" dirty="0"/>
              <a:t>Java Spring Boot</a:t>
            </a:r>
            <a:r>
              <a:rPr lang="en-GB" sz="1400" dirty="0"/>
              <a:t>, </a:t>
            </a:r>
            <a:r>
              <a:rPr lang="en-GB" sz="1400" b="1" dirty="0"/>
              <a:t>React.js</a:t>
            </a:r>
            <a:r>
              <a:rPr lang="en-GB" sz="1400" dirty="0"/>
              <a:t>, and </a:t>
            </a:r>
            <a:r>
              <a:rPr lang="en-GB" sz="1400" b="1" dirty="0"/>
              <a:t>PostgreSQL</a:t>
            </a:r>
            <a:r>
              <a:rPr lang="en-GB" sz="1400" dirty="0"/>
              <a:t> as the database.</a:t>
            </a:r>
            <a:br>
              <a:rPr lang="en-GB" sz="1400" dirty="0"/>
            </a:br>
            <a:r>
              <a:rPr lang="en-GB" sz="1400" dirty="0"/>
              <a:t>It has two main endpoints:</a:t>
            </a:r>
          </a:p>
          <a:p>
            <a:r>
              <a:rPr lang="en-GB" sz="1400" b="1" dirty="0"/>
              <a:t>URL Shortener Service</a:t>
            </a:r>
            <a:r>
              <a:rPr lang="en-GB" sz="1400" dirty="0"/>
              <a:t> – This handles POST requests. When a client sends a long URL, this service generates a shortened URL, stores it in the database, and uses the shortened URL as the primary key with the original long URL as its value.</a:t>
            </a:r>
          </a:p>
          <a:p>
            <a:r>
              <a:rPr lang="en-GB" sz="1400" b="1" dirty="0"/>
              <a:t>URL Redirection Request Handler</a:t>
            </a:r>
            <a:r>
              <a:rPr lang="en-GB" sz="1400" dirty="0"/>
              <a:t> – This handles GET requests to access a shortened URL. It first checks if the mapping exists in </a:t>
            </a:r>
            <a:r>
              <a:rPr lang="en-GB" sz="1400" b="1" dirty="0"/>
              <a:t>Redis</a:t>
            </a:r>
            <a:r>
              <a:rPr lang="en-GB" sz="1400" dirty="0"/>
              <a:t> (cache memory). If it’s not found in Redis, it falls back to the database to fetch the original URL. And Redirect to the original </a:t>
            </a:r>
            <a:r>
              <a:rPr lang="en-GB" sz="1400" dirty="0" err="1"/>
              <a:t>url</a:t>
            </a:r>
            <a:r>
              <a:rPr lang="en-GB" sz="1400" dirty="0"/>
              <a:t>. [302] Redirect </a:t>
            </a:r>
            <a:r>
              <a:rPr lang="en-GB" sz="1400" dirty="0" err="1"/>
              <a:t>httpstatus</a:t>
            </a:r>
            <a:r>
              <a:rPr lang="en-GB" sz="1400" dirty="0"/>
              <a:t> code</a:t>
            </a:r>
          </a:p>
          <a:p>
            <a:pPr marL="0" indent="0">
              <a:buNone/>
            </a:pPr>
            <a:endParaRPr lang="en-IN" sz="1400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9EF055-300F-E2FC-ED7C-A790A640B6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901" y="408098"/>
            <a:ext cx="3358486" cy="182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832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TM02900722[[fn=Ion Boardroom]]</Template>
  <TotalTime>1785</TotalTime>
  <Words>1153</Words>
  <Application>Microsoft Office PowerPoint</Application>
  <PresentationFormat>Widescreen</PresentationFormat>
  <Paragraphs>148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Calibri</vt:lpstr>
      <vt:lpstr>Cambria</vt:lpstr>
      <vt:lpstr>Century Gothic</vt:lpstr>
      <vt:lpstr>Wingdings</vt:lpstr>
      <vt:lpstr>Wingdings 3</vt:lpstr>
      <vt:lpstr>Ion Boardroom</vt:lpstr>
      <vt:lpstr>PowerPoint Presentation</vt:lpstr>
      <vt:lpstr>System design questions</vt:lpstr>
      <vt:lpstr>Computer network questions</vt:lpstr>
      <vt:lpstr>Operating System questions</vt:lpstr>
      <vt:lpstr>Operating System questions</vt:lpstr>
      <vt:lpstr>Java Interview questions</vt:lpstr>
      <vt:lpstr>Java Interview questions</vt:lpstr>
      <vt:lpstr>Spirng boot Interview questions</vt:lpstr>
      <vt:lpstr>Spirng boot Interview questions</vt:lpstr>
      <vt:lpstr>Docker interview question</vt:lpstr>
      <vt:lpstr>Explain Sorting techniques</vt:lpstr>
      <vt:lpstr>DBMS interview questions</vt:lpstr>
      <vt:lpstr>Project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Vishwa</dc:creator>
  <cp:lastModifiedBy>SAI Vishwa</cp:lastModifiedBy>
  <cp:revision>28</cp:revision>
  <dcterms:created xsi:type="dcterms:W3CDTF">2025-08-06T16:06:45Z</dcterms:created>
  <dcterms:modified xsi:type="dcterms:W3CDTF">2025-08-12T05:06:47Z</dcterms:modified>
</cp:coreProperties>
</file>